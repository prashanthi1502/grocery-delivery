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7" r:id="rId4"/>
    <p:sldId id="258" r:id="rId5"/>
    <p:sldId id="263" r:id="rId6"/>
    <p:sldId id="264" r:id="rId7"/>
    <p:sldId id="265" r:id="rId8"/>
    <p:sldId id="266" r:id="rId9"/>
    <p:sldId id="261" r:id="rId10"/>
    <p:sldId id="262" r:id="rId1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79"/>
    <a:srgbClr val="243569"/>
    <a:srgbClr val="C88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1" d="100"/>
          <a:sy n="121" d="100"/>
        </p:scale>
        <p:origin x="-346" y="1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2389-1CF7-415F-BEAA-21780B95E058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C33A1-5225-4CB9-ADC8-1E9FCA61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33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9" name="Google Shape;3659;p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60" name="Google Shape;3660;p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15" descr="A picture containing person, computer, indoo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r="11110"/>
          <a:stretch/>
        </p:blipFill>
        <p:spPr>
          <a:xfrm flipH="1">
            <a:off x="0" y="0"/>
            <a:ext cx="9144000" cy="51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15" descr="Shap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"/>
            <a:ext cx="9143990" cy="51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5"/>
          <p:cNvSpPr/>
          <p:nvPr/>
        </p:nvSpPr>
        <p:spPr>
          <a:xfrm>
            <a:off x="0" y="638171"/>
            <a:ext cx="4734046" cy="40308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15"/>
          <p:cNvSpPr/>
          <p:nvPr/>
        </p:nvSpPr>
        <p:spPr>
          <a:xfrm>
            <a:off x="0" y="819942"/>
            <a:ext cx="144711" cy="3235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15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  <a:defRPr sz="1700" b="1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15"/>
          <p:cNvSpPr txBox="1">
            <a:spLocks noGrp="1"/>
          </p:cNvSpPr>
          <p:nvPr>
            <p:ph type="body" idx="1"/>
          </p:nvPr>
        </p:nvSpPr>
        <p:spPr>
          <a:xfrm>
            <a:off x="144711" y="1295658"/>
            <a:ext cx="4343206" cy="303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707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2F040C1-3127-1F08-3F7A-3E7E6158BAD8}"/>
              </a:ext>
            </a:extLst>
          </p:cNvPr>
          <p:cNvSpPr txBox="1"/>
          <p:nvPr/>
        </p:nvSpPr>
        <p:spPr>
          <a:xfrm>
            <a:off x="251520" y="2355726"/>
            <a:ext cx="4176464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337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Grocery Delivery Website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337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p210"/>
          <p:cNvSpPr txBox="1">
            <a:spLocks noGrp="1"/>
          </p:cNvSpPr>
          <p:nvPr>
            <p:ph type="title"/>
          </p:nvPr>
        </p:nvSpPr>
        <p:spPr>
          <a:xfrm>
            <a:off x="144711" y="810810"/>
            <a:ext cx="342145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ublic Sans"/>
              <a:buNone/>
            </a:pPr>
            <a:r>
              <a:rPr lang="en-US" sz="1829" dirty="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rPr>
              <a:t>Grocery Delivery Website</a:t>
            </a:r>
            <a:endParaRPr sz="1829" dirty="0">
              <a:solidFill>
                <a:schemeClr val="accent6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3665" name="Google Shape;3665;p210"/>
          <p:cNvGraphicFramePr/>
          <p:nvPr>
            <p:extLst>
              <p:ext uri="{D42A27DB-BD31-4B8C-83A1-F6EECF244321}">
                <p14:modId xmlns:p14="http://schemas.microsoft.com/office/powerpoint/2010/main" val="1506597429"/>
              </p:ext>
            </p:extLst>
          </p:nvPr>
        </p:nvGraphicFramePr>
        <p:xfrm>
          <a:off x="144710" y="1635646"/>
          <a:ext cx="4427288" cy="15993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627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424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21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982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bg1"/>
                          </a:solidFill>
                        </a:rPr>
                        <a:t>LMS Username</a:t>
                      </a:r>
                      <a:endParaRPr sz="1400" b="1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bg1"/>
                          </a:solidFill>
                        </a:rPr>
                        <a:t>Name </a:t>
                      </a:r>
                      <a:endParaRPr sz="1400" b="1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bg1"/>
                          </a:solidFill>
                        </a:rPr>
                        <a:t>Batch </a:t>
                      </a:r>
                      <a:endParaRPr sz="1400" b="1" u="none" strike="noStrike" cap="none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982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Lokeshwari A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Lokeshwari A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CA9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982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R Sonali 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R Sonali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CA9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982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</a:rPr>
                        <a:t>V.Lakshmi</a:t>
                      </a: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</a:rPr>
                        <a:t>Prasanthi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</a:rPr>
                        <a:t>V.Lakshmi</a:t>
                      </a: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chemeClr val="bg1"/>
                          </a:solidFill>
                        </a:rPr>
                        <a:t>Prasanthi</a:t>
                      </a:r>
                      <a:endParaRPr sz="14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>
                          <a:solidFill>
                            <a:schemeClr val="bg1"/>
                          </a:solidFill>
                        </a:rPr>
                        <a:t>CA9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2535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7159" y="1771716"/>
            <a:ext cx="3104721" cy="284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8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50" b="1" spc="-10" dirty="0">
                <a:solidFill>
                  <a:srgbClr val="C88C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Grocery Delivery Website</a:t>
            </a:r>
            <a:endParaRPr sz="1850" b="1" spc="-10" dirty="0">
              <a:solidFill>
                <a:srgbClr val="C88C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050" y="2448880"/>
            <a:ext cx="1436143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C88C32"/>
                </a:solidFill>
                <a:latin typeface="WTWGOU+Arial-BoldMT"/>
                <a:cs typeface="WTWGOU+Arial-BoldMT"/>
              </a:rPr>
              <a:t>LMS Username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04906" y="2448880"/>
            <a:ext cx="636661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C88C32"/>
                </a:solidFill>
                <a:latin typeface="WTWGOU+Arial-BoldMT"/>
                <a:cs typeface="WTWGOU+Arial-BoldMT"/>
              </a:rPr>
              <a:t>Name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71000" y="2448880"/>
            <a:ext cx="646385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C88C32"/>
                </a:solidFill>
                <a:latin typeface="WTWGOU+Arial-BoldMT"/>
                <a:cs typeface="WTWGOU+Arial-BoldMT"/>
              </a:rPr>
              <a:t>Batch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F90D369-0046-D17B-E4C7-A6B5E5C8180E}"/>
              </a:ext>
            </a:extLst>
          </p:cNvPr>
          <p:cNvSpPr/>
          <p:nvPr/>
        </p:nvSpPr>
        <p:spPr>
          <a:xfrm>
            <a:off x="107504" y="2283718"/>
            <a:ext cx="4464496" cy="2376264"/>
          </a:xfrm>
          <a:prstGeom prst="rect">
            <a:avLst/>
          </a:prstGeom>
          <a:solidFill>
            <a:srgbClr val="2435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bject 5"/>
          <p:cNvSpPr txBox="1"/>
          <p:nvPr/>
        </p:nvSpPr>
        <p:spPr>
          <a:xfrm>
            <a:off x="388467" y="2211710"/>
            <a:ext cx="4028917" cy="107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Requirements Specification (SRS)outlines the requirements for a Grocery Delivery website developed with HTML, CSS, and JavaScript, designed to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purchase the grocery products through the website.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228" y="411510"/>
            <a:ext cx="1802548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spc="-23" dirty="0">
                <a:solidFill>
                  <a:srgbClr val="2236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5576" y="915566"/>
            <a:ext cx="8208912" cy="3491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1.1 Purpose</a:t>
            </a:r>
          </a:p>
          <a:p>
            <a:pPr algn="just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purpose of this document is to define the software requirements for the development of a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Grocery Delivery </a:t>
            </a: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website. This website will showcase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products and the products information</a:t>
            </a: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using HTML, CSS, and JavaScript.</a:t>
            </a:r>
          </a:p>
          <a:p>
            <a:pPr algn="just"/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1.2 Scope</a:t>
            </a:r>
          </a:p>
          <a:p>
            <a:pPr algn="just"/>
            <a:r>
              <a:rPr lang="en-US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grocery delivery website facilitates seamless online shopping, offering a user-friendly interface, extensive product listings, secure transactions, and efficient delivery logistics, enhancing customer convenience and satisfaction.</a:t>
            </a:r>
          </a:p>
          <a:p>
            <a:pPr algn="just"/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1.3 Definitions, Acronyms, and Abbreviations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HTML: Hypertext Markup Language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CSS: Cascading Style Sheets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JavaScript: A programming language for web development</a:t>
            </a:r>
          </a:p>
          <a:p>
            <a:pPr marL="0" marR="0" algn="just">
              <a:lnSpc>
                <a:spcPts val="1172"/>
              </a:lnSpc>
              <a:spcBef>
                <a:spcPts val="0"/>
              </a:spcBef>
              <a:spcAft>
                <a:spcPts val="0"/>
              </a:spcAft>
            </a:pPr>
            <a:endParaRPr b="1" dirty="0">
              <a:solidFill>
                <a:srgbClr val="2337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92546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228" y="411510"/>
            <a:ext cx="338672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000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Functional Requirements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5576" y="771550"/>
            <a:ext cx="8064896" cy="3877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2.1 </a:t>
            </a:r>
            <a:r>
              <a:rPr lang="en-US" b="1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Grocery</a:t>
            </a:r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Content Management</a:t>
            </a:r>
          </a:p>
          <a:p>
            <a:pPr algn="l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2.1.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Choosing Products</a:t>
            </a:r>
            <a:endParaRPr lang="en-US" b="0" i="0" dirty="0">
              <a:solidFill>
                <a:srgbClr val="23377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 can choose the required products and they can add to cart for their purchase.</a:t>
            </a:r>
          </a:p>
          <a:p>
            <a:pPr algn="l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2.1.2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Purchase Products</a:t>
            </a:r>
            <a:endParaRPr lang="en-US" b="0" i="0" dirty="0">
              <a:solidFill>
                <a:srgbClr val="23377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 can purchase their products through contacting by giving the required details of the user.</a:t>
            </a:r>
          </a:p>
          <a:p>
            <a:pPr algn="l"/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2.2 </a:t>
            </a:r>
            <a:r>
              <a:rPr lang="en-US" b="1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Grocery</a:t>
            </a:r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Presentation</a:t>
            </a:r>
          </a:p>
          <a:p>
            <a:pPr algn="l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2.2.1 Home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home page will display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 and login bars</a:t>
            </a: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provide navigation to other sections.</a:t>
            </a:r>
          </a:p>
          <a:p>
            <a:pPr algn="l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2.2.2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page will showcase the variety of pro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ducts with the respective prices.</a:t>
            </a:r>
            <a:endParaRPr lang="en-US" b="0" i="0" dirty="0">
              <a:solidFill>
                <a:srgbClr val="23377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77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92546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3568" y="643791"/>
            <a:ext cx="8064896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2.4.3 Contact Page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contact page will allow visitors to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products</a:t>
            </a: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through a contact form.</a:t>
            </a:r>
          </a:p>
          <a:p>
            <a:pPr algn="just"/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2.5 Interactive Features</a:t>
            </a:r>
          </a:p>
          <a:p>
            <a:pPr algn="just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2.5.1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Search and Filters</a:t>
            </a:r>
            <a:endParaRPr lang="en-US" b="0" i="0" dirty="0">
              <a:solidFill>
                <a:srgbClr val="23377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 can dynamically search for specific products and apply filters in real-time, streamlining the shopping process.</a:t>
            </a:r>
          </a:p>
          <a:p>
            <a:pPr algn="just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2.5.2 </a:t>
            </a: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Shopping Cart Updates</a:t>
            </a:r>
            <a:endParaRPr lang="en-US" b="0" i="0" dirty="0">
              <a:solidFill>
                <a:srgbClr val="23377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3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interactive shopping cart that updates in real time as users add or remove items, providing a clear overview of selected products, quantities, and total costs.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xmlns="" id="{517CACB8-7D2F-680A-E8D8-7548BE7B6600}"/>
              </a:ext>
            </a:extLst>
          </p:cNvPr>
          <p:cNvSpPr txBox="1"/>
          <p:nvPr/>
        </p:nvSpPr>
        <p:spPr>
          <a:xfrm>
            <a:off x="683568" y="3478958"/>
            <a:ext cx="28106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000" b="1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000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System Constraints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xmlns="" id="{D80373BF-41A6-89F0-D518-1815C9FAE411}"/>
              </a:ext>
            </a:extLst>
          </p:cNvPr>
          <p:cNvSpPr txBox="1"/>
          <p:nvPr/>
        </p:nvSpPr>
        <p:spPr>
          <a:xfrm>
            <a:off x="693077" y="3813751"/>
            <a:ext cx="8064896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website will be developed using HTML5, CSS3, and JavaScript.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Hosting and server requirements will be determined based on the chosen hosting platform.</a:t>
            </a:r>
          </a:p>
        </p:txBody>
      </p:sp>
    </p:spTree>
    <p:extLst>
      <p:ext uri="{BB962C8B-B14F-4D97-AF65-F5344CB8AC3E}">
        <p14:creationId xmlns:p14="http://schemas.microsoft.com/office/powerpoint/2010/main" val="195515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92546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228" y="411510"/>
            <a:ext cx="4178812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000" b="1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Non-Functional Requirements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5576" y="771550"/>
            <a:ext cx="8064896" cy="304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b="1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.1 Performance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rovides fast and reliable service, with quick page loading times, seamless transactions, and efficient real-time updates on orders and delivery status.</a:t>
            </a:r>
          </a:p>
          <a:p>
            <a:pPr algn="l"/>
            <a:r>
              <a:rPr lang="en-US" b="1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.2 Security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3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b="0" i="0" dirty="0">
                <a:solidFill>
                  <a:srgbClr val="243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 encryption, secure payment gateways, access controls, and compliance with regulatory standards, safeguarding customer information and transactions.</a:t>
            </a:r>
          </a:p>
          <a:p>
            <a:pPr algn="l"/>
            <a:r>
              <a:rPr lang="en-US" b="1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.3 Compatibility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website shall be compatible with major web browsers, including Chrome, Firefox, Safari, and Edge.</a:t>
            </a:r>
          </a:p>
          <a:p>
            <a:pPr algn="l"/>
            <a:r>
              <a:rPr lang="en-US" b="1" dirty="0">
                <a:solidFill>
                  <a:srgbClr val="2337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.4 Usability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website shall be user-friendly and easy to navigate.</a:t>
            </a:r>
          </a:p>
        </p:txBody>
      </p:sp>
    </p:spTree>
    <p:extLst>
      <p:ext uri="{BB962C8B-B14F-4D97-AF65-F5344CB8AC3E}">
        <p14:creationId xmlns:p14="http://schemas.microsoft.com/office/powerpoint/2010/main" val="92379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1427" y="-92546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228" y="1679778"/>
            <a:ext cx="360274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sz="2000" b="1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5576" y="2039818"/>
            <a:ext cx="8208912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US" b="0" i="0" dirty="0">
                <a:solidFill>
                  <a:srgbClr val="23377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Software Requirements Specification (SRS) document outlines the functional and non-functional requirements for the development of a Grocery Delivery website using HTML, CSS, and JavaScript. It provides customer with a convenient and efficient online shopping experience while ensuring reliability in product delivery and data security.</a:t>
            </a:r>
          </a:p>
        </p:txBody>
      </p:sp>
    </p:spTree>
    <p:extLst>
      <p:ext uri="{BB962C8B-B14F-4D97-AF65-F5344CB8AC3E}">
        <p14:creationId xmlns:p14="http://schemas.microsoft.com/office/powerpoint/2010/main" val="333112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629445" y="894406"/>
            <a:ext cx="218351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SLFRMA+PublicSans-BoldItalic"/>
                <a:cs typeface="SLFRMA+PublicSans-BoldItalic"/>
              </a:rPr>
              <a:t>Submission</a:t>
            </a:r>
            <a:r>
              <a:rPr sz="1800" b="1" spc="-45" dirty="0">
                <a:solidFill>
                  <a:srgbClr val="FFFFFF"/>
                </a:solidFill>
                <a:latin typeface="SLFRMA+PublicSans-BoldItalic"/>
                <a:cs typeface="SLFRMA+PublicSans-BoldItal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SLFRMA+PublicSans-BoldItalic"/>
                <a:cs typeface="SLFRMA+PublicSans-BoldItalic"/>
              </a:rPr>
              <a:t>Github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7944" y="2278283"/>
            <a:ext cx="288032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45"/>
              </a:lnSpc>
            </a:pPr>
            <a:r>
              <a:rPr lang="en-IN" sz="1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https://github.com/prashanthi1502/Grocery-Delivery</a:t>
            </a:r>
            <a:endParaRPr lang="en-IN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endParaRPr sz="1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511</Words>
  <Application>Microsoft Office PowerPoint</Application>
  <PresentationFormat>On-screen Show (16:9)</PresentationFormat>
  <Paragraphs>63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Office</vt:lpstr>
      <vt:lpstr>PowerPoint Presentation</vt:lpstr>
      <vt:lpstr>Grocery Delivery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Gokul R</dc:creator>
  <cp:lastModifiedBy>admin</cp:lastModifiedBy>
  <cp:revision>16</cp:revision>
  <dcterms:modified xsi:type="dcterms:W3CDTF">2023-11-10T14:53:14Z</dcterms:modified>
</cp:coreProperties>
</file>